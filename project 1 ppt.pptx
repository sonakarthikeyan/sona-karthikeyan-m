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  <p:sldId id="264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30"/>
  </p:normalViewPr>
  <p:slideViewPr>
    <p:cSldViewPr snapToGrid="0">
      <p:cViewPr varScale="1">
        <p:scale>
          <a:sx n="113" d="100"/>
          <a:sy n="113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41A5-B1CC-6829-11A5-B7CAA3CAD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EB879-2B40-CB87-6B94-41F1631E8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500FB-F551-22B2-915C-0A92B26C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5AE2A-A72E-907F-291E-41B27632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E79F-E2F9-AA0E-C896-4BE3020C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33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226F9-94AF-707A-E133-DC59A3B6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3F6B9-874A-0615-AC16-59762A76F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AA69A-786E-BEC1-43D7-04FB5676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1026C-C788-9F50-CCB9-96078772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D2F6B-1A12-8E73-7922-06AF9A67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3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E33E-EB5E-5B9E-9DFE-CD3C0F40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00CDF-3C0F-7CC9-9EC4-B3E70379C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D812E-1768-DB61-4EDE-2DEE2533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6870-7189-9F33-F0CC-9BE09D53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1BB08-1DF3-1A53-6A32-D9AD0A7F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80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0A1D-E7CC-2121-8AD2-574516C1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E0704-3DED-F08D-2B51-C38F4249E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71790-5660-5734-F468-32BC7828D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9F8A8-3DA3-910A-5824-3A146907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65FFD-5DF2-6687-700A-9822372B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32ED8-2390-EBB6-FB0C-116DD545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8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405B-C393-DAAB-22CF-92D4346B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1012D-BAC4-45A0-6E6E-CE63EDDA6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859DD-0FA6-A4AD-8C5B-C2881FF74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60B91-C6D2-090D-EA3A-F81C0006B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FE68A-4D48-931C-3658-B2C44B0F2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F32C9-F2CE-9AE4-08D8-43BAD881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40B7F-5D22-6759-2230-8F089097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8C10C-D63E-3208-A724-E9EDCE5F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0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B0DD-9639-58CB-E28E-69BE16A0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46B730-8B71-2462-5496-8566B6E0C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5989D-A03F-FEE8-8514-003D061D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B9057-472A-256E-AFAB-072A43DB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7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75137-A9BA-31A4-244E-35CFAAF6E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4BC0B5-F7A0-B29C-DAB0-AFE91568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24896-2FB1-7A91-088E-7EE03BF7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0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C9A1-E668-09D4-544F-670E8748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F1718-B418-D711-4496-0DCFCCA5C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40F7C-6691-2E51-D87C-DCD1E0555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4C681-32A5-DEA8-0953-FD14D6A7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70755-B431-59DA-0B84-C1CFDC0A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94061-C76F-7903-5DF4-71E9A34C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4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871D-090A-BF53-7B6A-A4884C45B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3B094-7BE4-7B33-9F2E-1290BD99B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7B688-6194-4457-10A8-AF6756124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AE3A6-FE40-4A5A-0139-D9791D36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A8F7F-8A4C-ECFE-A2B3-554F170B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A1416-FF54-AF0C-C3EA-FED335F9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3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3788E-6C6F-D0C4-351A-15B85892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C48BA-FB0E-3493-4B87-DF36DA7D1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7A1BD-FF40-D33B-6CFF-A0D44FD5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FAC45-BFEB-DC5C-1291-5C7DB2B2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CDCE8-DF2E-CE78-5AE9-14AD4C4A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7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E7179-8A74-F076-0991-B905887F5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2AD20-6240-E4F3-7B98-66A850B86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32512-62FC-3C08-7F93-730D8041E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F2901-1A82-14F6-D224-290FB9F5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BAC7A-8A99-0825-F08E-B82273B1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516C2-8AD6-25C9-51D6-645113C2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5B2D6-5360-923A-4B42-5882AB16F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C4F9-7B20-C4F6-1521-ADBDFD59D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A68C5-5B56-CE44-8A5E-28B47D0074BC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883A7-B969-BA46-7A7A-F26C974D5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ABFB6-B465-4E27-8691-5795A4F7D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0B29C-450A-3141-91B2-83A1B888C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63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491D2-0C7D-A2E8-96F4-8CC9A59FD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623" y="557631"/>
            <a:ext cx="9144000" cy="664415"/>
          </a:xfrm>
        </p:spPr>
        <p:txBody>
          <a:bodyPr anchor="b">
            <a:normAutofit fontScale="90000"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Naan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mudhalvan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274B0-188F-9F34-54F6-9E5D82643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908" y="1222046"/>
            <a:ext cx="9671431" cy="4342004"/>
          </a:xfrm>
        </p:spPr>
        <p:txBody>
          <a:bodyPr>
            <a:noAutofit/>
          </a:bodyPr>
          <a:lstStyle/>
          <a:p>
            <a:r>
              <a:rPr lang="en-GB" sz="2800" b="1" dirty="0"/>
              <a:t> </a:t>
            </a:r>
          </a:p>
          <a:p>
            <a:r>
              <a:rPr lang="en-GB" sz="2800" b="1" dirty="0"/>
              <a:t>Data analytics for mechanical engineering </a:t>
            </a:r>
          </a:p>
          <a:p>
            <a:endParaRPr lang="en-GB" sz="2800" b="1" dirty="0"/>
          </a:p>
          <a:p>
            <a:r>
              <a:rPr lang="en-GB" sz="2800" b="1" dirty="0"/>
              <a:t>DETERMINATION OF WELD QUALITY(Classification)</a:t>
            </a:r>
          </a:p>
          <a:p>
            <a:endParaRPr lang="en-GB" sz="2800" b="1" dirty="0"/>
          </a:p>
          <a:p>
            <a:r>
              <a:rPr lang="en-GB" sz="2800" b="1" dirty="0"/>
              <a:t>  </a:t>
            </a:r>
          </a:p>
          <a:p>
            <a:r>
              <a:rPr lang="en-GB" sz="2800" b="1" dirty="0"/>
              <a:t>Anna University </a:t>
            </a:r>
          </a:p>
          <a:p>
            <a:r>
              <a:rPr lang="en-GB" sz="2800" b="1" dirty="0"/>
              <a:t>College of engineering </a:t>
            </a:r>
            <a:r>
              <a:rPr lang="en-GB" sz="2800" b="1" dirty="0" err="1"/>
              <a:t>Guindy</a:t>
            </a:r>
            <a:r>
              <a:rPr lang="en-GB" sz="2800" b="1" dirty="0"/>
              <a:t> </a:t>
            </a:r>
          </a:p>
          <a:p>
            <a:r>
              <a:rPr lang="en-GB" sz="2800" b="1" dirty="0"/>
              <a:t>BE industrial engineering </a:t>
            </a:r>
          </a:p>
          <a:p>
            <a:r>
              <a:rPr lang="en-GB" sz="2800" b="1" dirty="0"/>
              <a:t>Second year</a:t>
            </a:r>
          </a:p>
          <a:p>
            <a:r>
              <a:rPr lang="en-GB" sz="2800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5867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6F52-7CED-6B5F-59A1-0A01D33A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Team Members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1F07B-515F-10C9-1949-D87E459B9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en-GB" sz="3200" dirty="0" err="1"/>
              <a:t>Aravindhan.P</a:t>
            </a:r>
            <a:endParaRPr lang="en-GB" sz="3200" dirty="0"/>
          </a:p>
          <a:p>
            <a:pPr marL="0" indent="0">
              <a:buNone/>
            </a:pPr>
            <a:r>
              <a:rPr lang="en-GB" sz="3200" dirty="0"/>
              <a:t>Mega </a:t>
            </a:r>
            <a:r>
              <a:rPr lang="en-GB" sz="3200" dirty="0" err="1"/>
              <a:t>sree.K</a:t>
            </a:r>
            <a:endParaRPr lang="en-GB" sz="3200" dirty="0"/>
          </a:p>
          <a:p>
            <a:pPr marL="0" indent="0">
              <a:buNone/>
            </a:pPr>
            <a:r>
              <a:rPr lang="en-GB" sz="3200" dirty="0" err="1"/>
              <a:t>Saigovind</a:t>
            </a:r>
            <a:r>
              <a:rPr lang="en-GB" sz="3200" dirty="0"/>
              <a:t> </a:t>
            </a:r>
            <a:r>
              <a:rPr lang="en-GB" sz="3200" dirty="0" err="1"/>
              <a:t>vijayaraghavan</a:t>
            </a:r>
            <a:endParaRPr lang="en-GB" sz="3200" dirty="0"/>
          </a:p>
          <a:p>
            <a:pPr marL="0" indent="0">
              <a:buNone/>
            </a:pPr>
            <a:r>
              <a:rPr lang="en-GB" sz="3200" dirty="0" err="1"/>
              <a:t>Jhessiffer.E</a:t>
            </a:r>
            <a:endParaRPr lang="en-GB" sz="3200" dirty="0"/>
          </a:p>
          <a:p>
            <a:pPr marL="0" indent="0">
              <a:buNone/>
            </a:pPr>
            <a:r>
              <a:rPr lang="en-GB" sz="3200" dirty="0" err="1"/>
              <a:t>Sona</a:t>
            </a:r>
            <a:r>
              <a:rPr lang="en-GB" sz="3200" dirty="0"/>
              <a:t> </a:t>
            </a:r>
            <a:r>
              <a:rPr lang="en-GB" sz="3200" dirty="0" err="1"/>
              <a:t>Karthikeyan.M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EA621-132F-C149-7636-0431F455CBF4}"/>
              </a:ext>
            </a:extLst>
          </p:cNvPr>
          <p:cNvSpPr txBox="1"/>
          <p:nvPr/>
        </p:nvSpPr>
        <p:spPr>
          <a:xfrm>
            <a:off x="5183973" y="251445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08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CB22-DD8A-560C-DA9B-36845F2C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What to find from the data set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9DBBF-F22F-4C22-8663-0D78ECEB2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4000"/>
            <a:ext cx="10515600" cy="435133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GB" sz="3600" dirty="0"/>
          </a:p>
          <a:p>
            <a:r>
              <a:rPr lang="en-GB" sz="3600" dirty="0"/>
              <a:t>We are evaluating weld quality based on the provided dataset by </a:t>
            </a:r>
            <a:r>
              <a:rPr lang="en-GB" sz="3600" dirty="0" err="1"/>
              <a:t>analyzing</a:t>
            </a:r>
            <a:r>
              <a:rPr lang="en-GB" sz="3600" dirty="0"/>
              <a:t> the remaining columns as predictive features.</a:t>
            </a:r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41416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D75D-3452-8081-A56E-26C066F2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Explanation for the given data base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EA103-E63F-B79F-2FB8-94C6929EC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r>
              <a:rPr lang="en-GB" sz="3600" dirty="0"/>
              <a:t>"The dataset contains welding parameters like speed, voltage, current, gas flow, material type, and more. We use these to predict weld </a:t>
            </a:r>
            <a:r>
              <a:rPr lang="en-GB" sz="3600" dirty="0" err="1"/>
              <a:t>quality,whether</a:t>
            </a:r>
            <a:r>
              <a:rPr lang="en-GB" sz="3600" dirty="0"/>
              <a:t> it's acceptable or defective."</a:t>
            </a:r>
          </a:p>
        </p:txBody>
      </p:sp>
    </p:spTree>
    <p:extLst>
      <p:ext uri="{BB962C8B-B14F-4D97-AF65-F5344CB8AC3E}">
        <p14:creationId xmlns:p14="http://schemas.microsoft.com/office/powerpoint/2010/main" val="623269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B9B2-170B-AAFE-8331-1DE671E82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48" y="761082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Algorithm Used (discrete)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482DF-0829-39B1-FF0D-DEBB7DEB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048" y="2306138"/>
            <a:ext cx="10515600" cy="435133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3600" dirty="0" err="1"/>
              <a:t>DecisionTreeClassifier</a:t>
            </a:r>
            <a:endParaRPr lang="en-GB" sz="3600" dirty="0"/>
          </a:p>
          <a:p>
            <a:pPr marL="0" indent="0">
              <a:buNone/>
            </a:pPr>
            <a:r>
              <a:rPr lang="en-GB" sz="3600" dirty="0" err="1"/>
              <a:t>RandomForestClassifier</a:t>
            </a:r>
            <a:endParaRPr lang="en-GB" sz="3600" dirty="0"/>
          </a:p>
          <a:p>
            <a:pPr marL="0" indent="0">
              <a:buNone/>
            </a:pPr>
            <a:r>
              <a:rPr lang="en-GB" sz="3600" dirty="0" err="1"/>
              <a:t>GradientBoostingClassifier</a:t>
            </a:r>
            <a:endParaRPr lang="en-GB" sz="3600" dirty="0"/>
          </a:p>
          <a:p>
            <a:pPr marL="0" indent="0">
              <a:buNone/>
            </a:pPr>
            <a:r>
              <a:rPr lang="en-GB" sz="3600" dirty="0" err="1"/>
              <a:t>AdaBoostClassifier</a:t>
            </a:r>
            <a:endParaRPr lang="en-GB" sz="3600" dirty="0"/>
          </a:p>
          <a:p>
            <a:pPr marL="0" indent="0">
              <a:buNone/>
            </a:pPr>
            <a:r>
              <a:rPr lang="en-GB" sz="3600" dirty="0"/>
              <a:t>SVC</a:t>
            </a:r>
          </a:p>
          <a:p>
            <a:pPr marL="0" indent="0">
              <a:buNone/>
            </a:pPr>
            <a:r>
              <a:rPr lang="en-GB" sz="3600" dirty="0" err="1"/>
              <a:t>KNeighborsClassifier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436621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908C-A19F-7666-15F5-156D5913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Algorithm score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83FC-E222-CADE-2222-14717F528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3600" dirty="0" err="1"/>
              <a:t>DecisionTreeClassifier</a:t>
            </a:r>
            <a:r>
              <a:rPr lang="en-GB" sz="3600" dirty="0"/>
              <a:t>– 1.0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 err="1"/>
              <a:t>RandomForestClassifier</a:t>
            </a:r>
            <a:r>
              <a:rPr lang="en-GB" sz="3600" dirty="0"/>
              <a:t> – 0.85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 err="1"/>
              <a:t>GradientboostClassifier</a:t>
            </a:r>
            <a:r>
              <a:rPr lang="en-GB" sz="3600" dirty="0"/>
              <a:t>– 0.19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 err="1"/>
              <a:t>AdABoostClassifier</a:t>
            </a:r>
            <a:r>
              <a:rPr lang="en-GB" sz="3600" dirty="0"/>
              <a:t>– 0.019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/>
              <a:t>SVR – 0.0009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 err="1"/>
              <a:t>KNeighborsClassifier</a:t>
            </a:r>
            <a:r>
              <a:rPr lang="en-GB" sz="3600" dirty="0"/>
              <a:t>– 0.21</a:t>
            </a:r>
          </a:p>
          <a:p>
            <a:pPr marL="514350" indent="-514350">
              <a:buFont typeface="+mj-lt"/>
              <a:buAutoNum type="arabicPeriod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84336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687B-C2CB-F8B5-8FDB-19DF448C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5"/>
                </a:solidFill>
              </a:rPr>
              <a:t>Best algorithm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5FB00-96D8-4812-95EC-091A1A452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 err="1"/>
              <a:t>DecisionTreeClassifier</a:t>
            </a:r>
            <a:r>
              <a:rPr lang="en-GB" sz="3600" dirty="0"/>
              <a:t> </a:t>
            </a:r>
          </a:p>
          <a:p>
            <a:r>
              <a:rPr lang="en-GB" sz="3600" dirty="0"/>
              <a:t>Score- 1.0 or 100%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2238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CEAC-B4EA-A5A3-BAD7-DFFA2A954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accent5"/>
                </a:solidFill>
              </a:rPr>
              <a:t>Benifits</a:t>
            </a:r>
            <a:r>
              <a:rPr lang="en-GB" dirty="0">
                <a:solidFill>
                  <a:schemeClr val="accent5"/>
                </a:solidFill>
              </a:rPr>
              <a:t> of prediction 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E11B7-1F3E-03DF-F354-1AC88AB01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68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3600" dirty="0"/>
          </a:p>
          <a:p>
            <a:r>
              <a:rPr lang="en-GB" sz="3600" dirty="0"/>
              <a:t>Reduces the number of defective welds.</a:t>
            </a:r>
          </a:p>
          <a:p>
            <a:r>
              <a:rPr lang="en-GB" sz="3600" dirty="0"/>
              <a:t>Saves material, </a:t>
            </a:r>
            <a:r>
              <a:rPr lang="en-GB" sz="3600" dirty="0" err="1"/>
              <a:t>labor</a:t>
            </a:r>
            <a:r>
              <a:rPr lang="en-GB" sz="3600" dirty="0"/>
              <a:t>, and rework costs.</a:t>
            </a:r>
          </a:p>
          <a:p>
            <a:r>
              <a:rPr lang="en-GB" sz="3600" dirty="0"/>
              <a:t>Enhances product safety and reliability.</a:t>
            </a:r>
          </a:p>
          <a:p>
            <a:r>
              <a:rPr lang="en-GB" sz="3600" dirty="0"/>
              <a:t>Improves consistency in production.</a:t>
            </a:r>
          </a:p>
          <a:p>
            <a:r>
              <a:rPr lang="en-GB" sz="3600" dirty="0"/>
              <a:t>Speeds up quality control through automation.</a:t>
            </a:r>
          </a:p>
          <a:p>
            <a:r>
              <a:rPr lang="en-GB" sz="3600" dirty="0"/>
              <a:t>Need this styled for </a:t>
            </a:r>
            <a:r>
              <a:rPr lang="en-GB" sz="3600" dirty="0" err="1"/>
              <a:t>Canva</a:t>
            </a:r>
            <a:r>
              <a:rPr lang="en-GB" sz="3600" dirty="0"/>
              <a:t> or PowerPoint?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80744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2BCC-E8D0-831E-79F9-B2CB38500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909" y="2543015"/>
            <a:ext cx="7597487" cy="1309251"/>
          </a:xfrm>
        </p:spPr>
        <p:txBody>
          <a:bodyPr>
            <a:noAutofit/>
          </a:bodyPr>
          <a:lstStyle/>
          <a:p>
            <a:r>
              <a:rPr lang="en-GB" sz="9600" dirty="0"/>
              <a:t>Thank you 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42786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Macintosh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Naan mudhalvan </vt:lpstr>
      <vt:lpstr>Team Members </vt:lpstr>
      <vt:lpstr>What to find from the data set </vt:lpstr>
      <vt:lpstr>Explanation for the given data base</vt:lpstr>
      <vt:lpstr>Algorithm Used (discrete)</vt:lpstr>
      <vt:lpstr>Algorithm score</vt:lpstr>
      <vt:lpstr>Best algorithm </vt:lpstr>
      <vt:lpstr>Benifits of prediction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MEGASREE K</dc:creator>
  <cp:lastModifiedBy>Jhessiffer Edward</cp:lastModifiedBy>
  <cp:revision>10</cp:revision>
  <dcterms:created xsi:type="dcterms:W3CDTF">2025-04-29T15:56:38Z</dcterms:created>
  <dcterms:modified xsi:type="dcterms:W3CDTF">2025-04-30T18:20:57Z</dcterms:modified>
</cp:coreProperties>
</file>